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1bfb2dd6214ba3" /><Relationship Type="http://schemas.openxmlformats.org/officeDocument/2006/relationships/extended-properties" Target="/docProps/app.xml" Id="Rc6aad958f9034a88" /><Relationship Type="http://schemas.openxmlformats.org/officeDocument/2006/relationships/officeDocument" Target="/ppt/presentation.xml" Id="R0fc0bb26ed3b4f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2934ff3e8c4f5f"/>
  </p:sldMasterIdLst>
  <p:notesMasterIdLst>
    <p:notesMasterId xmlns:r="http://schemas.openxmlformats.org/officeDocument/2006/relationships" r:id="R24a65cab61e642dc"/>
  </p:notesMasterIdLst>
  <p:sldIdLst>
    <p:sldId xmlns:r="http://schemas.openxmlformats.org/officeDocument/2006/relationships" id="256" r:id="Ra55d8ca4f9974817"/>
  </p:sldIdLst>
  <p:sldSz cx="6480000" cy="2073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be36d33e7d4752" /><Relationship Type="http://schemas.openxmlformats.org/officeDocument/2006/relationships/slideMaster" Target="/ppt/slideMasters/slideMaster1.xml" Id="R082934ff3e8c4f5f" /><Relationship Type="http://schemas.openxmlformats.org/officeDocument/2006/relationships/notesMaster" Target="/ppt/notesMasters/notesMaster1.xml" Id="R24a65cab61e642dc" /><Relationship Type="http://schemas.openxmlformats.org/officeDocument/2006/relationships/presProps" Target="/ppt/presProps.xml" Id="Re9b722c6944b4998" /><Relationship Type="http://schemas.openxmlformats.org/officeDocument/2006/relationships/tableStyles" Target="/ppt/tableStyles.xml" Id="R9b338c10c9894ae9" /><Relationship Type="http://schemas.openxmlformats.org/officeDocument/2006/relationships/slide" Target="/ppt/slides/slide1.xml" Id="Ra55d8ca4f99748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3b05fc6ecc44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d8dc45e98747c9" /><Relationship Type="http://schemas.openxmlformats.org/officeDocument/2006/relationships/notesMaster" Target="/ppt/notesMasters/notesMaster1.xml" Id="R87ac54d2602644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RangeRectQuant method overview. Source: /Users/nathmath/dcc/RangeRectQuant/paper/main.pdf, pages 3–5, and /Users/nathmath/dcc/RangeRectQuant/paper/sections/method.tex.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PDF SHA-256: f389eba57b38470ad9d758f5ee078c7fbb4f4f590b59dbf402b7a63923100dae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Gray upper region: the lossy, row-wise backward–forward construction. Gray lower region: ordinary queries after decoding. Hatched regions: lossless coding and decoding of the constructed 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B=floor(epsilon/4). q is the positive integer coarse step. U is the physical upper bound. P includes missing samples and designated exact samples.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Z=floor(Y/q), r=Y mod q. Both arrays use 16-bit low-byte/high-byte shuffle and LZMA preset 6. Bit-packed masks use zlib. The file also contains configuration, geospatial metadata, reconstruction digest, and checksum.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Decoding never reruns or reverses the quantizer and needs neither X nor query-specific corrections. The full missing mask enters the valid-count prefix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Arrow endpoints are separate native transparent port shapes. Text, rectangles, patterns, arrows and arrowheads are editable. No raster images are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08935ef2a45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add86d8c9e4f16" /><Relationship Type="http://schemas.openxmlformats.org/officeDocument/2006/relationships/slideLayout" Target="/ppt/slideLayouts/slideLayout1.xml" Id="R2a6f5f2513c744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6f5f2513c744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840e9e23341d0" /><Relationship Type="http://schemas.openxmlformats.org/officeDocument/2006/relationships/notesSlide" Target="/ppt/notesSlides/notesSlide1.xml" Id="R2c26cf35470a45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construction-region">
            <a:extLst xmlns:a="http://schemas.openxmlformats.org/drawingml/2006/main">
              <a:ext uri="{FF2B5EF4-FFF2-40B4-BE49-F238E27FC236}">
                <a16:creationId xmlns:a16="http://schemas.microsoft.com/office/drawing/2014/main" id="{7C567053-89A5-42A5-8E57-E3B7F360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040" y="406080"/>
            <a:ext cx="1926720" cy="721440"/>
          </a:xfrm>
          <a:prstGeom xmlns:a="http://schemas.openxmlformats.org/drawingml/2006/main" prst="roundRect">
            <a:avLst>
              <a:gd name="adj" fmla="val 8383"/>
            </a:avLst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query-region">
            <a:extLst xmlns:a="http://schemas.openxmlformats.org/drawingml/2006/main">
              <a:ext uri="{FF2B5EF4-FFF2-40B4-BE49-F238E27FC236}">
                <a16:creationId xmlns:a16="http://schemas.microsoft.com/office/drawing/2014/main" id="{822BA78B-C860-4485-9E5B-4CEB5BCA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040" y="1404000"/>
            <a:ext cx="1926720" cy="53568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8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ossless-encoder-region">
            <a:extLst xmlns:a="http://schemas.openxmlformats.org/drawingml/2006/main">
              <a:ext uri="{FF2B5EF4-FFF2-40B4-BE49-F238E27FC236}">
                <a16:creationId xmlns:a16="http://schemas.microsoft.com/office/drawing/2014/main" id="{2DAB2607-8EC5-4F4D-BE4A-AC56AC19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2400" y="406080"/>
            <a:ext cx="1874880" cy="738720"/>
          </a:xfrm>
          <a:prstGeom xmlns:a="http://schemas.openxmlformats.org/drawingml/2006/main" prst="roundRect">
            <a:avLst>
              <a:gd name="adj" fmla="val 0"/>
            </a:avLst>
          </a:prstGeom>
          <a:pattFill xmlns:a="http://schemas.openxmlformats.org/drawingml/2006/main" prst="upDiag">
            <a:fgClr>
              <a:srgbClr val="B9B9B9"/>
            </a:fgClr>
            <a:bgClr>
              <a:srgbClr val="FFFFFF"/>
            </a:bgClr>
          </a:pattFill>
          <a:ln xmlns:a="http://schemas.openxmlformats.org/drawingml/2006/main" w="0">
            <a:noFill/>
            <a:prstDash val="solid"/>
          </a:ln>
        </p:spPr>
      </p:sp>
      <p:sp>
        <p:nvSpPr>
          <p:cNvPr id="4" name="lossless-decoder-region">
            <a:extLst xmlns:a="http://schemas.openxmlformats.org/drawingml/2006/main">
              <a:ext uri="{FF2B5EF4-FFF2-40B4-BE49-F238E27FC236}">
                <a16:creationId xmlns:a16="http://schemas.microsoft.com/office/drawing/2014/main" id="{4A8DF730-CBF2-47D2-B243-3C8209E1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2400" y="1283040"/>
            <a:ext cx="1874880" cy="656640"/>
          </a:xfrm>
          <a:prstGeom xmlns:a="http://schemas.openxmlformats.org/drawingml/2006/main" prst="roundRect">
            <a:avLst>
              <a:gd name="adj" fmla="val 0"/>
            </a:avLst>
          </a:prstGeom>
          <a:pattFill xmlns:a="http://schemas.openxmlformats.org/drawingml/2006/main" prst="dnDiag">
            <a:fgClr>
              <a:srgbClr val="B9B9B9"/>
            </a:fgClr>
            <a:bgClr>
              <a:srgbClr val="FFFFFF"/>
            </a:bgClr>
          </a:pattFill>
          <a:ln xmlns:a="http://schemas.openxmlformats.org/drawingml/2006/main" w="0">
            <a:noFill/>
            <a:prstDash val="solid"/>
          </a:ln>
        </p:spPr>
      </p:sp>
      <p:sp>
        <p:nvSpPr>
          <p:cNvPr id="5" name="persistent-storage">
            <a:extLst xmlns:a="http://schemas.openxmlformats.org/drawingml/2006/main">
              <a:ext uri="{FF2B5EF4-FFF2-40B4-BE49-F238E27FC236}">
                <a16:creationId xmlns:a16="http://schemas.microsoft.com/office/drawing/2014/main" id="{FFFE082A-78D1-4DD4-8DE7-555FD06B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8720" y="406080"/>
            <a:ext cx="246240" cy="1533600"/>
          </a:xfrm>
          <a:prstGeom xmlns:a="http://schemas.openxmlformats.org/drawingml/2006/main" prst="roundRect">
            <a:avLst>
              <a:gd name="adj" fmla="val 24561"/>
            </a:avLst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hase-divider-210">
            <a:extLst xmlns:a="http://schemas.openxmlformats.org/drawingml/2006/main">
              <a:ext uri="{FF2B5EF4-FFF2-40B4-BE49-F238E27FC236}">
                <a16:creationId xmlns:a16="http://schemas.microsoft.com/office/drawing/2014/main" id="{F59110A4-8139-42D8-86CA-6288C755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00" y="103680"/>
            <a:ext cx="0" cy="1900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480">
            <a:solidFill>
              <a:srgbClr val="444444"/>
            </a:solidFill>
            <a:prstDash val="dash"/>
          </a:ln>
        </p:spPr>
      </p:sp>
      <p:sp>
        <p:nvSpPr>
          <p:cNvPr id="7" name="phase-divider-808">
            <a:extLst xmlns:a="http://schemas.openxmlformats.org/drawingml/2006/main">
              <a:ext uri="{FF2B5EF4-FFF2-40B4-BE49-F238E27FC236}">
                <a16:creationId xmlns:a16="http://schemas.microsoft.com/office/drawing/2014/main" id="{AE534CF4-36D5-4B7D-AB98-091C5E62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560" y="103680"/>
            <a:ext cx="0" cy="1900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480">
            <a:solidFill>
              <a:srgbClr val="444444"/>
            </a:solidFill>
            <a:prstDash val="dash"/>
          </a:ln>
        </p:spPr>
      </p:sp>
      <p:sp>
        <p:nvSpPr>
          <p:cNvPr id="8" name="phase-divider-1398">
            <a:extLst xmlns:a="http://schemas.openxmlformats.org/drawingml/2006/main">
              <a:ext uri="{FF2B5EF4-FFF2-40B4-BE49-F238E27FC236}">
                <a16:creationId xmlns:a16="http://schemas.microsoft.com/office/drawing/2014/main" id="{9BEF29D3-DCDB-4309-BBDE-4F6B635E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360" y="103680"/>
            <a:ext cx="0" cy="1900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480">
            <a:solidFill>
              <a:srgbClr val="444444"/>
            </a:solidFill>
            <a:prstDash val="dash"/>
          </a:ln>
        </p:spPr>
      </p:sp>
      <p:sp>
        <p:nvSpPr>
          <p:cNvPr id="9" name="source-field">
            <a:extLst xmlns:a="http://schemas.openxmlformats.org/drawingml/2006/main">
              <a:ext uri="{FF2B5EF4-FFF2-40B4-BE49-F238E27FC236}">
                <a16:creationId xmlns:a16="http://schemas.microsoft.com/office/drawing/2014/main" id="{96C429CF-4762-4E5F-B88A-A8CDE1B2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00" y="509760"/>
            <a:ext cx="691200" cy="5443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0" name="backward-pass">
            <a:extLst xmlns:a="http://schemas.openxmlformats.org/drawingml/2006/main">
              <a:ext uri="{FF2B5EF4-FFF2-40B4-BE49-F238E27FC236}">
                <a16:creationId xmlns:a16="http://schemas.microsoft.com/office/drawing/2014/main" id="{64C6C318-6D7F-4788-9BAA-FC7117B0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800" y="462240"/>
            <a:ext cx="777600" cy="6048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1" name="forward-pass">
            <a:extLst xmlns:a="http://schemas.openxmlformats.org/drawingml/2006/main">
              <a:ext uri="{FF2B5EF4-FFF2-40B4-BE49-F238E27FC236}">
                <a16:creationId xmlns:a16="http://schemas.microsoft.com/office/drawing/2014/main" id="{43672587-8DAD-47B9-A257-5133CAE6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3120" y="462240"/>
            <a:ext cx="794880" cy="6048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2" name="quantized-field">
            <a:extLst xmlns:a="http://schemas.openxmlformats.org/drawingml/2006/main">
              <a:ext uri="{FF2B5EF4-FFF2-40B4-BE49-F238E27FC236}">
                <a16:creationId xmlns:a16="http://schemas.microsoft.com/office/drawing/2014/main" id="{C01A588D-C883-4783-BB09-027786E4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4000" y="406080"/>
            <a:ext cx="410400" cy="153360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3" name="split-field">
            <a:extLst xmlns:a="http://schemas.openxmlformats.org/drawingml/2006/main">
              <a:ext uri="{FF2B5EF4-FFF2-40B4-BE49-F238E27FC236}">
                <a16:creationId xmlns:a16="http://schemas.microsoft.com/office/drawing/2014/main" id="{9AC168EA-5168-43C8-9835-1753616D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7200" y="522720"/>
            <a:ext cx="613440" cy="518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4" name="quotient-encoder">
            <a:extLst xmlns:a="http://schemas.openxmlformats.org/drawingml/2006/main">
              <a:ext uri="{FF2B5EF4-FFF2-40B4-BE49-F238E27FC236}">
                <a16:creationId xmlns:a16="http://schemas.microsoft.com/office/drawing/2014/main" id="{112067A2-5C09-4D9E-88CE-E22918DD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9200" y="449280"/>
            <a:ext cx="760320" cy="3024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5" name="remainder-encoder">
            <a:extLst xmlns:a="http://schemas.openxmlformats.org/drawingml/2006/main">
              <a:ext uri="{FF2B5EF4-FFF2-40B4-BE49-F238E27FC236}">
                <a16:creationId xmlns:a16="http://schemas.microsoft.com/office/drawing/2014/main" id="{D0DADDE3-D498-43BD-87AB-84CAC125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9200" y="812160"/>
            <a:ext cx="760320" cy="3024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6" name="compressed-file">
            <a:extLst xmlns:a="http://schemas.openxmlformats.org/drawingml/2006/main">
              <a:ext uri="{FF2B5EF4-FFF2-40B4-BE49-F238E27FC236}">
                <a16:creationId xmlns:a16="http://schemas.microsoft.com/office/drawing/2014/main" id="{2334B556-F349-466E-A4B4-5D92127C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000" y="406080"/>
            <a:ext cx="444960" cy="1533600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7" name="recombine-field">
            <a:extLst xmlns:a="http://schemas.openxmlformats.org/drawingml/2006/main">
              <a:ext uri="{FF2B5EF4-FFF2-40B4-BE49-F238E27FC236}">
                <a16:creationId xmlns:a16="http://schemas.microsoft.com/office/drawing/2014/main" id="{1E5FCF4D-00FC-4327-99E6-353ADB8A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7200" y="1347840"/>
            <a:ext cx="613440" cy="52704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8" name="quotient-decoder">
            <a:extLst xmlns:a="http://schemas.openxmlformats.org/drawingml/2006/main">
              <a:ext uri="{FF2B5EF4-FFF2-40B4-BE49-F238E27FC236}">
                <a16:creationId xmlns:a16="http://schemas.microsoft.com/office/drawing/2014/main" id="{4CB6ED4E-7E50-4051-8B55-B6F13874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9200" y="1296000"/>
            <a:ext cx="760320" cy="27648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9" name="remainder-decoder">
            <a:extLst xmlns:a="http://schemas.openxmlformats.org/drawingml/2006/main">
              <a:ext uri="{FF2B5EF4-FFF2-40B4-BE49-F238E27FC236}">
                <a16:creationId xmlns:a16="http://schemas.microsoft.com/office/drawing/2014/main" id="{83EE31FB-E8AA-4A9C-A03A-4C0121C2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9200" y="1650240"/>
            <a:ext cx="760320" cy="27648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20" name="prefix-tables">
            <a:extLst xmlns:a="http://schemas.openxmlformats.org/drawingml/2006/main">
              <a:ext uri="{FF2B5EF4-FFF2-40B4-BE49-F238E27FC236}">
                <a16:creationId xmlns:a16="http://schemas.microsoft.com/office/drawing/2014/main" id="{4F068DC7-8A4F-4E68-BC83-7E925EBE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3120" y="1473120"/>
            <a:ext cx="794880" cy="4147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21" name="four-corner-query">
            <a:extLst xmlns:a="http://schemas.openxmlformats.org/drawingml/2006/main">
              <a:ext uri="{FF2B5EF4-FFF2-40B4-BE49-F238E27FC236}">
                <a16:creationId xmlns:a16="http://schemas.microsoft.com/office/drawing/2014/main" id="{69804C2F-BA57-49C9-ABC8-C21F11A3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800" y="1473120"/>
            <a:ext cx="777600" cy="4147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22" name="regional-output">
            <a:extLst xmlns:a="http://schemas.openxmlformats.org/drawingml/2006/main">
              <a:ext uri="{FF2B5EF4-FFF2-40B4-BE49-F238E27FC236}">
                <a16:creationId xmlns:a16="http://schemas.microsoft.com/office/drawing/2014/main" id="{D6F68BD8-3D01-4CEA-9E89-1B0D5C68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00" y="1473120"/>
            <a:ext cx="691200" cy="4147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23" name="input-to-backward-from">
            <a:extLst xmlns:a="http://schemas.openxmlformats.org/drawingml/2006/main">
              <a:ext uri="{FF2B5EF4-FFF2-40B4-BE49-F238E27FC236}">
                <a16:creationId xmlns:a16="http://schemas.microsoft.com/office/drawing/2014/main" id="{E0E06523-5896-4377-93D4-D10F4E19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52" y="7769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input-to-backward-to">
            <a:extLst xmlns:a="http://schemas.openxmlformats.org/drawingml/2006/main">
              <a:ext uri="{FF2B5EF4-FFF2-40B4-BE49-F238E27FC236}">
                <a16:creationId xmlns:a16="http://schemas.microsoft.com/office/drawing/2014/main" id="{074950A7-D30E-426C-8D08-5D7B8114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52" y="7769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21448" y="777600"/>
            <a:ext cx="21470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26" name="backward-to-forward-from">
            <a:extLst xmlns:a="http://schemas.openxmlformats.org/drawingml/2006/main">
              <a:ext uri="{FF2B5EF4-FFF2-40B4-BE49-F238E27FC236}">
                <a16:creationId xmlns:a16="http://schemas.microsoft.com/office/drawing/2014/main" id="{DA845346-BEB2-4604-82F9-36102267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752" y="7769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backward-to-forward-to">
            <a:extLst xmlns:a="http://schemas.openxmlformats.org/drawingml/2006/main">
              <a:ext uri="{FF2B5EF4-FFF2-40B4-BE49-F238E27FC236}">
                <a16:creationId xmlns:a16="http://schemas.microsoft.com/office/drawing/2014/main" id="{F09E467D-0699-47A9-917C-E6E3A841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472" y="7769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815048" y="777600"/>
            <a:ext cx="19742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29" name="forward-to-field-from">
            <a:extLst xmlns:a="http://schemas.openxmlformats.org/drawingml/2006/main">
              <a:ext uri="{FF2B5EF4-FFF2-40B4-BE49-F238E27FC236}">
                <a16:creationId xmlns:a16="http://schemas.microsoft.com/office/drawing/2014/main" id="{1BF52840-D064-46BD-8BC6-8D7C3445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352" y="7769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forward-to-field-to">
            <a:extLst xmlns:a="http://schemas.openxmlformats.org/drawingml/2006/main">
              <a:ext uri="{FF2B5EF4-FFF2-40B4-BE49-F238E27FC236}">
                <a16:creationId xmlns:a16="http://schemas.microsoft.com/office/drawing/2014/main" id="{FADB17F4-1763-4B53-B12A-4BF6CA7B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352" y="7769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2808648" y="777600"/>
            <a:ext cx="21470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32" name="field-to-split-from">
            <a:extLst xmlns:a="http://schemas.openxmlformats.org/drawingml/2006/main">
              <a:ext uri="{FF2B5EF4-FFF2-40B4-BE49-F238E27FC236}">
                <a16:creationId xmlns:a16="http://schemas.microsoft.com/office/drawing/2014/main" id="{0E6133C7-EC49-4172-AD4B-EB8732A1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52" y="7769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field-to-split-to">
            <a:extLst xmlns:a="http://schemas.openxmlformats.org/drawingml/2006/main">
              <a:ext uri="{FF2B5EF4-FFF2-40B4-BE49-F238E27FC236}">
                <a16:creationId xmlns:a16="http://schemas.microsoft.com/office/drawing/2014/main" id="{B4622B63-9C4D-46E8-99D1-C178243F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552" y="7769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3435048" y="777600"/>
            <a:ext cx="17150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35" name="quotient-to-encoder-from">
            <a:extLst xmlns:a="http://schemas.openxmlformats.org/drawingml/2006/main">
              <a:ext uri="{FF2B5EF4-FFF2-40B4-BE49-F238E27FC236}">
                <a16:creationId xmlns:a16="http://schemas.microsoft.com/office/drawing/2014/main" id="{A0FB1143-84E0-4880-B8D7-34DF6C53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992" y="599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quotient-to-encoder-to">
            <a:extLst xmlns:a="http://schemas.openxmlformats.org/drawingml/2006/main">
              <a:ext uri="{FF2B5EF4-FFF2-40B4-BE49-F238E27FC236}">
                <a16:creationId xmlns:a16="http://schemas.microsoft.com/office/drawing/2014/main" id="{EEDA3A5B-CBE1-4A73-9C6A-209E54B2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552" y="599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221288" y="600480"/>
            <a:ext cx="35726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38" name="remainder-to-encoder-from">
            <a:extLst xmlns:a="http://schemas.openxmlformats.org/drawingml/2006/main">
              <a:ext uri="{FF2B5EF4-FFF2-40B4-BE49-F238E27FC236}">
                <a16:creationId xmlns:a16="http://schemas.microsoft.com/office/drawing/2014/main" id="{BEAA7BF8-8075-4804-9B86-DED48AF3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992" y="96271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remainder-to-encoder-to">
            <a:extLst xmlns:a="http://schemas.openxmlformats.org/drawingml/2006/main">
              <a:ext uri="{FF2B5EF4-FFF2-40B4-BE49-F238E27FC236}">
                <a16:creationId xmlns:a16="http://schemas.microsoft.com/office/drawing/2014/main" id="{7A303B27-C937-4018-84F8-38A2CD85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552" y="96271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4221288" y="963360"/>
            <a:ext cx="35726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41" name="quotient-to-file-from">
            <a:extLst xmlns:a="http://schemas.openxmlformats.org/drawingml/2006/main">
              <a:ext uri="{FF2B5EF4-FFF2-40B4-BE49-F238E27FC236}">
                <a16:creationId xmlns:a16="http://schemas.microsoft.com/office/drawing/2014/main" id="{7D0880FC-7D70-45AD-9954-5E26E3E0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872" y="599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quotient-to-file-to">
            <a:extLst xmlns:a="http://schemas.openxmlformats.org/drawingml/2006/main">
              <a:ext uri="{FF2B5EF4-FFF2-40B4-BE49-F238E27FC236}">
                <a16:creationId xmlns:a16="http://schemas.microsoft.com/office/drawing/2014/main" id="{6ADCB687-12DD-4E58-B771-EF87CD74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352" y="599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5340168" y="600480"/>
            <a:ext cx="16718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44" name="remainder-to-file-from">
            <a:extLst xmlns:a="http://schemas.openxmlformats.org/drawingml/2006/main">
              <a:ext uri="{FF2B5EF4-FFF2-40B4-BE49-F238E27FC236}">
                <a16:creationId xmlns:a16="http://schemas.microsoft.com/office/drawing/2014/main" id="{C1A3A91B-5D47-4C52-8824-3B83A2B0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872" y="96271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remainder-to-file-to">
            <a:extLst xmlns:a="http://schemas.openxmlformats.org/drawingml/2006/main">
              <a:ext uri="{FF2B5EF4-FFF2-40B4-BE49-F238E27FC236}">
                <a16:creationId xmlns:a16="http://schemas.microsoft.com/office/drawing/2014/main" id="{5054BC09-8CA2-4D51-8453-6D044CF6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352" y="96271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5340168" y="963360"/>
            <a:ext cx="16718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47" name="file-to-storage-from">
            <a:extLst xmlns:a="http://schemas.openxmlformats.org/drawingml/2006/main">
              <a:ext uri="{FF2B5EF4-FFF2-40B4-BE49-F238E27FC236}">
                <a16:creationId xmlns:a16="http://schemas.microsoft.com/office/drawing/2014/main" id="{1E77D89D-929C-4E43-9874-58B4850B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312" y="7769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file-to-storage-to">
            <a:extLst xmlns:a="http://schemas.openxmlformats.org/drawingml/2006/main">
              <a:ext uri="{FF2B5EF4-FFF2-40B4-BE49-F238E27FC236}">
                <a16:creationId xmlns:a16="http://schemas.microsoft.com/office/drawing/2014/main" id="{8E9E9F5D-887D-4A49-AB9F-708950B6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072" y="7769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5953608" y="777600"/>
            <a:ext cx="18446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50" name="storage-to-file-from">
            <a:extLst xmlns:a="http://schemas.openxmlformats.org/drawingml/2006/main">
              <a:ext uri="{FF2B5EF4-FFF2-40B4-BE49-F238E27FC236}">
                <a16:creationId xmlns:a16="http://schemas.microsoft.com/office/drawing/2014/main" id="{9EAAAAF4-A649-4F56-AA1D-1F42E7E4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072" y="1679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storage-to-file-to">
            <a:extLst xmlns:a="http://schemas.openxmlformats.org/drawingml/2006/main">
              <a:ext uri="{FF2B5EF4-FFF2-40B4-BE49-F238E27FC236}">
                <a16:creationId xmlns:a16="http://schemas.microsoft.com/office/drawing/2014/main" id="{76D5A0FB-00A5-47C1-8534-02BDA575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312" y="1679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" name=""/>
          <p:cNvCxnSpPr>
            <a:stCxn xmlns:a="http://schemas.openxmlformats.org/drawingml/2006/main" id="50" idx="1"/>
            <a:endCxn xmlns:a="http://schemas.openxmlformats.org/drawingml/2006/main" id="51" idx="3"/>
          </p:cNvCxnSpPr>
          <p:nvPr/>
        </p:nvCxnSpPr>
        <p:spPr>
          <a:xfrm xmlns:a="http://schemas.openxmlformats.org/drawingml/2006/main" flipH="1">
            <a:off x="5953608" y="1680480"/>
            <a:ext cx="18446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53" name="file-to-quotient-decoder-from">
            <a:extLst xmlns:a="http://schemas.openxmlformats.org/drawingml/2006/main">
              <a:ext uri="{FF2B5EF4-FFF2-40B4-BE49-F238E27FC236}">
                <a16:creationId xmlns:a16="http://schemas.microsoft.com/office/drawing/2014/main" id="{534FDFC8-E5BC-4441-A5D8-FC287A34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352" y="143359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file-to-quotient-decoder-to">
            <a:extLst xmlns:a="http://schemas.openxmlformats.org/drawingml/2006/main">
              <a:ext uri="{FF2B5EF4-FFF2-40B4-BE49-F238E27FC236}">
                <a16:creationId xmlns:a16="http://schemas.microsoft.com/office/drawing/2014/main" id="{A94FDFEF-BCDA-4A98-A613-83F7DEC2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872" y="143359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53" idx="1"/>
            <a:endCxn xmlns:a="http://schemas.openxmlformats.org/drawingml/2006/main" id="54" idx="3"/>
          </p:cNvCxnSpPr>
          <p:nvPr/>
        </p:nvCxnSpPr>
        <p:spPr>
          <a:xfrm xmlns:a="http://schemas.openxmlformats.org/drawingml/2006/main" flipH="1">
            <a:off x="5340168" y="1434240"/>
            <a:ext cx="16718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56" name="file-to-remainder-decoder-from">
            <a:extLst xmlns:a="http://schemas.openxmlformats.org/drawingml/2006/main">
              <a:ext uri="{FF2B5EF4-FFF2-40B4-BE49-F238E27FC236}">
                <a16:creationId xmlns:a16="http://schemas.microsoft.com/office/drawing/2014/main" id="{A34C1F97-3B57-49DF-91CC-7E5388FD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352" y="1787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file-to-remainder-decoder-to">
            <a:extLst xmlns:a="http://schemas.openxmlformats.org/drawingml/2006/main">
              <a:ext uri="{FF2B5EF4-FFF2-40B4-BE49-F238E27FC236}">
                <a16:creationId xmlns:a16="http://schemas.microsoft.com/office/drawing/2014/main" id="{C590D911-478E-43D1-9255-439E094B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872" y="1787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56" idx="1"/>
            <a:endCxn xmlns:a="http://schemas.openxmlformats.org/drawingml/2006/main" id="57" idx="3"/>
          </p:cNvCxnSpPr>
          <p:nvPr/>
        </p:nvCxnSpPr>
        <p:spPr>
          <a:xfrm xmlns:a="http://schemas.openxmlformats.org/drawingml/2006/main" flipH="1">
            <a:off x="5340168" y="1788480"/>
            <a:ext cx="16718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59" name="quotient-to-recombine-from">
            <a:extLst xmlns:a="http://schemas.openxmlformats.org/drawingml/2006/main">
              <a:ext uri="{FF2B5EF4-FFF2-40B4-BE49-F238E27FC236}">
                <a16:creationId xmlns:a16="http://schemas.microsoft.com/office/drawing/2014/main" id="{00B1D1FC-ABA2-4C6D-9F48-27DCF0FC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552" y="143359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quotient-to-recombine-to">
            <a:extLst xmlns:a="http://schemas.openxmlformats.org/drawingml/2006/main">
              <a:ext uri="{FF2B5EF4-FFF2-40B4-BE49-F238E27FC236}">
                <a16:creationId xmlns:a16="http://schemas.microsoft.com/office/drawing/2014/main" id="{E585D40E-4D3E-4C7B-AAEA-0BC9F552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992" y="143359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59" idx="1"/>
            <a:endCxn xmlns:a="http://schemas.openxmlformats.org/drawingml/2006/main" id="60" idx="3"/>
          </p:cNvCxnSpPr>
          <p:nvPr/>
        </p:nvCxnSpPr>
        <p:spPr>
          <a:xfrm xmlns:a="http://schemas.openxmlformats.org/drawingml/2006/main" flipH="1">
            <a:off x="4221288" y="1434240"/>
            <a:ext cx="35726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62" name="remainder-to-recombine-from">
            <a:extLst xmlns:a="http://schemas.openxmlformats.org/drawingml/2006/main">
              <a:ext uri="{FF2B5EF4-FFF2-40B4-BE49-F238E27FC236}">
                <a16:creationId xmlns:a16="http://schemas.microsoft.com/office/drawing/2014/main" id="{641DA5CE-E995-4E76-8584-559457B7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552" y="1787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remainder-to-recombine-to">
            <a:extLst xmlns:a="http://schemas.openxmlformats.org/drawingml/2006/main">
              <a:ext uri="{FF2B5EF4-FFF2-40B4-BE49-F238E27FC236}">
                <a16:creationId xmlns:a16="http://schemas.microsoft.com/office/drawing/2014/main" id="{46353BB4-BECB-4C1A-8861-0107AC75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992" y="1787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62" idx="1"/>
            <a:endCxn xmlns:a="http://schemas.openxmlformats.org/drawingml/2006/main" id="63" idx="3"/>
          </p:cNvCxnSpPr>
          <p:nvPr/>
        </p:nvCxnSpPr>
        <p:spPr>
          <a:xfrm xmlns:a="http://schemas.openxmlformats.org/drawingml/2006/main" flipH="1">
            <a:off x="4221288" y="1788480"/>
            <a:ext cx="35726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65" name="recombine-to-field-from">
            <a:extLst xmlns:a="http://schemas.openxmlformats.org/drawingml/2006/main">
              <a:ext uri="{FF2B5EF4-FFF2-40B4-BE49-F238E27FC236}">
                <a16:creationId xmlns:a16="http://schemas.microsoft.com/office/drawing/2014/main" id="{FCD8EAE1-C862-439D-81C7-7B4254A2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552" y="1679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recombine-to-field-to">
            <a:extLst xmlns:a="http://schemas.openxmlformats.org/drawingml/2006/main">
              <a:ext uri="{FF2B5EF4-FFF2-40B4-BE49-F238E27FC236}">
                <a16:creationId xmlns:a16="http://schemas.microsoft.com/office/drawing/2014/main" id="{2537904C-95F4-46E5-8FAE-643EF4C5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52" y="1679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65" idx="1"/>
            <a:endCxn xmlns:a="http://schemas.openxmlformats.org/drawingml/2006/main" id="66" idx="3"/>
          </p:cNvCxnSpPr>
          <p:nvPr/>
        </p:nvCxnSpPr>
        <p:spPr>
          <a:xfrm xmlns:a="http://schemas.openxmlformats.org/drawingml/2006/main" flipH="1">
            <a:off x="3435048" y="1680480"/>
            <a:ext cx="17150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68" name="field-to-prefix-from">
            <a:extLst xmlns:a="http://schemas.openxmlformats.org/drawingml/2006/main">
              <a:ext uri="{FF2B5EF4-FFF2-40B4-BE49-F238E27FC236}">
                <a16:creationId xmlns:a16="http://schemas.microsoft.com/office/drawing/2014/main" id="{187C61F6-ABDB-48D6-9C0E-F46C4ED0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352" y="1679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field-to-prefix-to">
            <a:extLst xmlns:a="http://schemas.openxmlformats.org/drawingml/2006/main">
              <a:ext uri="{FF2B5EF4-FFF2-40B4-BE49-F238E27FC236}">
                <a16:creationId xmlns:a16="http://schemas.microsoft.com/office/drawing/2014/main" id="{3D328B70-BF80-4A9F-AC3E-744DBA23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352" y="1679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" name=""/>
          <p:cNvCxnSpPr>
            <a:stCxn xmlns:a="http://schemas.openxmlformats.org/drawingml/2006/main" id="68" idx="1"/>
            <a:endCxn xmlns:a="http://schemas.openxmlformats.org/drawingml/2006/main" id="69" idx="3"/>
          </p:cNvCxnSpPr>
          <p:nvPr/>
        </p:nvCxnSpPr>
        <p:spPr>
          <a:xfrm xmlns:a="http://schemas.openxmlformats.org/drawingml/2006/main" flipH="1">
            <a:off x="2808648" y="1680480"/>
            <a:ext cx="21470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71" name="prefix-to-queries-from">
            <a:extLst xmlns:a="http://schemas.openxmlformats.org/drawingml/2006/main">
              <a:ext uri="{FF2B5EF4-FFF2-40B4-BE49-F238E27FC236}">
                <a16:creationId xmlns:a16="http://schemas.microsoft.com/office/drawing/2014/main" id="{F8C404A5-E020-4201-91E5-7A4B49A9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472" y="1679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prefix-to-queries-to">
            <a:extLst xmlns:a="http://schemas.openxmlformats.org/drawingml/2006/main">
              <a:ext uri="{FF2B5EF4-FFF2-40B4-BE49-F238E27FC236}">
                <a16:creationId xmlns:a16="http://schemas.microsoft.com/office/drawing/2014/main" id="{188F868A-BB3A-4EDE-907C-8200E54F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752" y="1679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71" idx="1"/>
            <a:endCxn xmlns:a="http://schemas.openxmlformats.org/drawingml/2006/main" id="72" idx="3"/>
          </p:cNvCxnSpPr>
          <p:nvPr/>
        </p:nvCxnSpPr>
        <p:spPr>
          <a:xfrm xmlns:a="http://schemas.openxmlformats.org/drawingml/2006/main" flipH="1">
            <a:off x="1815048" y="1680480"/>
            <a:ext cx="19742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74" name="queries-to-measurements-from">
            <a:extLst xmlns:a="http://schemas.openxmlformats.org/drawingml/2006/main">
              <a:ext uri="{FF2B5EF4-FFF2-40B4-BE49-F238E27FC236}">
                <a16:creationId xmlns:a16="http://schemas.microsoft.com/office/drawing/2014/main" id="{22C33BFE-34C9-4DF5-B1F6-9DC8031C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52" y="1679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queries-to-measurements-to">
            <a:extLst xmlns:a="http://schemas.openxmlformats.org/drawingml/2006/main">
              <a:ext uri="{FF2B5EF4-FFF2-40B4-BE49-F238E27FC236}">
                <a16:creationId xmlns:a16="http://schemas.microsoft.com/office/drawing/2014/main" id="{D2256406-FB50-439C-B71A-08B20C8B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52" y="16798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74" idx="1"/>
            <a:endCxn xmlns:a="http://schemas.openxmlformats.org/drawingml/2006/main" id="75" idx="3"/>
          </p:cNvCxnSpPr>
          <p:nvPr/>
        </p:nvCxnSpPr>
        <p:spPr>
          <a:xfrm xmlns:a="http://schemas.openxmlformats.org/drawingml/2006/main" flipH="1">
            <a:off x="821448" y="1680480"/>
            <a:ext cx="21470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77" name="construction-heading">
            <a:extLst xmlns:a="http://schemas.openxmlformats.org/drawingml/2006/main">
              <a:ext uri="{FF2B5EF4-FFF2-40B4-BE49-F238E27FC236}">
                <a16:creationId xmlns:a16="http://schemas.microsoft.com/office/drawing/2014/main" id="{6C034AB8-3EA7-426C-A17F-9D757316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040" y="103680"/>
            <a:ext cx="247536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3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3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RangeRectQuant</a:t>
            </a:r>
          </a:p>
        </p:txBody>
      </p:sp>
      <p:sp>
        <p:nvSpPr>
          <p:cNvPr id="78" name="construction-subheading">
            <a:extLst xmlns:a="http://schemas.openxmlformats.org/drawingml/2006/main">
              <a:ext uri="{FF2B5EF4-FFF2-40B4-BE49-F238E27FC236}">
                <a16:creationId xmlns:a16="http://schemas.microsoft.com/office/drawing/2014/main" id="{C3C6E015-B094-41F0-AB28-0DC42C7E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040" y="280800"/>
            <a:ext cx="2475360" cy="11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6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6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lossy</a:t>
            </a:r>
          </a:p>
        </p:txBody>
      </p:sp>
      <p:sp>
        <p:nvSpPr>
          <p:cNvPr id="79" name="encoder-heading">
            <a:extLst xmlns:a="http://schemas.openxmlformats.org/drawingml/2006/main">
              <a:ext uri="{FF2B5EF4-FFF2-40B4-BE49-F238E27FC236}">
                <a16:creationId xmlns:a16="http://schemas.microsoft.com/office/drawing/2014/main" id="{E418B7B0-AEA5-4407-B70F-222441B5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2400" y="103680"/>
            <a:ext cx="187488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3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3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Encoding</a:t>
            </a:r>
          </a:p>
        </p:txBody>
      </p:sp>
      <p:sp>
        <p:nvSpPr>
          <p:cNvPr id="80" name="encoder-subheading">
            <a:extLst xmlns:a="http://schemas.openxmlformats.org/drawingml/2006/main">
              <a:ext uri="{FF2B5EF4-FFF2-40B4-BE49-F238E27FC236}">
                <a16:creationId xmlns:a16="http://schemas.microsoft.com/office/drawing/2014/main" id="{F6728F4D-F835-47B7-933A-94B0AC4F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2400" y="280800"/>
            <a:ext cx="1874880" cy="11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6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6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lossless</a:t>
            </a:r>
          </a:p>
        </p:txBody>
      </p:sp>
      <p:sp>
        <p:nvSpPr>
          <p:cNvPr id="81" name="decoder-heading">
            <a:extLst xmlns:a="http://schemas.openxmlformats.org/drawingml/2006/main">
              <a:ext uri="{FF2B5EF4-FFF2-40B4-BE49-F238E27FC236}">
                <a16:creationId xmlns:a16="http://schemas.microsoft.com/office/drawing/2014/main" id="{846B7D93-F205-4F66-BEB4-9D464E8E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2400" y="1149120"/>
            <a:ext cx="1874880" cy="13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8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8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Decoding</a:t>
            </a:r>
          </a:p>
        </p:txBody>
      </p:sp>
      <p:sp>
        <p:nvSpPr>
          <p:cNvPr id="82" name="source-title">
            <a:extLst xmlns:a="http://schemas.openxmlformats.org/drawingml/2006/main">
              <a:ext uri="{FF2B5EF4-FFF2-40B4-BE49-F238E27FC236}">
                <a16:creationId xmlns:a16="http://schemas.microsoft.com/office/drawing/2014/main" id="{5657BBEB-C71E-4550-BADF-DB3204EB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160" y="695520"/>
            <a:ext cx="62208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Input X</a:t>
            </a:r>
          </a:p>
        </p:txBody>
      </p:sp>
      <p:sp>
        <p:nvSpPr>
          <p:cNvPr id="83" name="backward-title-line-1">
            <a:extLst xmlns:a="http://schemas.openxmlformats.org/drawingml/2006/main">
              <a:ext uri="{FF2B5EF4-FFF2-40B4-BE49-F238E27FC236}">
                <a16:creationId xmlns:a16="http://schemas.microsoft.com/office/drawing/2014/main" id="{E687CE04-B118-4B4B-BE15-395C879E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360" y="629856"/>
            <a:ext cx="708480" cy="134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Backward</a:t>
            </a:r>
          </a:p>
        </p:txBody>
      </p:sp>
      <p:sp>
        <p:nvSpPr>
          <p:cNvPr id="84" name="backward-title-line-2">
            <a:extLst xmlns:a="http://schemas.openxmlformats.org/drawingml/2006/main">
              <a:ext uri="{FF2B5EF4-FFF2-40B4-BE49-F238E27FC236}">
                <a16:creationId xmlns:a16="http://schemas.microsoft.com/office/drawing/2014/main" id="{CB02FCA8-A2FF-4213-AFFC-30900D1C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360" y="764640"/>
            <a:ext cx="708480" cy="134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feasibility</a:t>
            </a:r>
          </a:p>
        </p:txBody>
      </p:sp>
      <p:sp>
        <p:nvSpPr>
          <p:cNvPr id="85" name="forward-title-line-1">
            <a:extLst xmlns:a="http://schemas.openxmlformats.org/drawingml/2006/main">
              <a:ext uri="{FF2B5EF4-FFF2-40B4-BE49-F238E27FC236}">
                <a16:creationId xmlns:a16="http://schemas.microsoft.com/office/drawing/2014/main" id="{7AFC2B9A-3D9D-4D4C-BCEE-9BA7EAEC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680" y="629856"/>
            <a:ext cx="725760" cy="134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Forward</a:t>
            </a:r>
          </a:p>
        </p:txBody>
      </p:sp>
      <p:sp>
        <p:nvSpPr>
          <p:cNvPr id="86" name="forward-title-line-2">
            <a:extLst xmlns:a="http://schemas.openxmlformats.org/drawingml/2006/main">
              <a:ext uri="{FF2B5EF4-FFF2-40B4-BE49-F238E27FC236}">
                <a16:creationId xmlns:a16="http://schemas.microsoft.com/office/drawing/2014/main" id="{0AB805A9-8A44-461D-9975-42DF095C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680" y="764640"/>
            <a:ext cx="725760" cy="134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selection</a:t>
            </a:r>
          </a:p>
        </p:txBody>
      </p:sp>
      <p:sp>
        <p:nvSpPr>
          <p:cNvPr id="87" name="field-title">
            <a:extLst xmlns:a="http://schemas.openxmlformats.org/drawingml/2006/main">
              <a:ext uri="{FF2B5EF4-FFF2-40B4-BE49-F238E27FC236}">
                <a16:creationId xmlns:a16="http://schemas.microsoft.com/office/drawing/2014/main" id="{DA1B4969-1199-417E-95DD-FE41969C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581200" y="1090800"/>
            <a:ext cx="129600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4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4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Quantized Y</a:t>
            </a:r>
          </a:p>
        </p:txBody>
      </p:sp>
      <p:sp>
        <p:nvSpPr>
          <p:cNvPr id="88" name="split-title">
            <a:extLst xmlns:a="http://schemas.openxmlformats.org/drawingml/2006/main">
              <a:ext uri="{FF2B5EF4-FFF2-40B4-BE49-F238E27FC236}">
                <a16:creationId xmlns:a16="http://schemas.microsoft.com/office/drawing/2014/main" id="{2124156C-A122-487B-84F6-07F02747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7440" y="587520"/>
            <a:ext cx="552960" cy="15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Split</a:t>
            </a:r>
          </a:p>
        </p:txBody>
      </p:sp>
      <p:sp>
        <p:nvSpPr>
          <p:cNvPr id="89" name="split-equation">
            <a:extLst xmlns:a="http://schemas.openxmlformats.org/drawingml/2006/main">
              <a:ext uri="{FF2B5EF4-FFF2-40B4-BE49-F238E27FC236}">
                <a16:creationId xmlns:a16="http://schemas.microsoft.com/office/drawing/2014/main" id="{56FC8E6C-6A97-4793-9667-62A1C892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8800" y="803520"/>
            <a:ext cx="570240" cy="13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Y = qZ + r</a:t>
            </a:r>
          </a:p>
        </p:txBody>
      </p:sp>
      <p:sp>
        <p:nvSpPr>
          <p:cNvPr id="90" name="quotient-encoder-text-line-1">
            <a:extLst xmlns:a="http://schemas.openxmlformats.org/drawingml/2006/main">
              <a:ext uri="{FF2B5EF4-FFF2-40B4-BE49-F238E27FC236}">
                <a16:creationId xmlns:a16="http://schemas.microsoft.com/office/drawing/2014/main" id="{CFD3EE86-906D-4C6C-ACFD-B3DCF2FE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800" y="474682"/>
            <a:ext cx="717120" cy="125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LZMA</a:t>
            </a:r>
          </a:p>
        </p:txBody>
      </p:sp>
      <p:sp>
        <p:nvSpPr>
          <p:cNvPr id="91" name="quotient-encoder-text-line-2">
            <a:extLst xmlns:a="http://schemas.openxmlformats.org/drawingml/2006/main">
              <a:ext uri="{FF2B5EF4-FFF2-40B4-BE49-F238E27FC236}">
                <a16:creationId xmlns:a16="http://schemas.microsoft.com/office/drawing/2014/main" id="{E87DC27C-A182-4010-AB8F-28A31D73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800" y="600480"/>
            <a:ext cx="717120" cy="125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encode</a:t>
            </a:r>
          </a:p>
        </p:txBody>
      </p:sp>
      <p:sp>
        <p:nvSpPr>
          <p:cNvPr id="92" name="remainder-encoder-text-line-1">
            <a:extLst xmlns:a="http://schemas.openxmlformats.org/drawingml/2006/main">
              <a:ext uri="{FF2B5EF4-FFF2-40B4-BE49-F238E27FC236}">
                <a16:creationId xmlns:a16="http://schemas.microsoft.com/office/drawing/2014/main" id="{7320BA5F-AC22-47EF-8AA7-CA519FD2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800" y="837562"/>
            <a:ext cx="717120" cy="125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LZMA</a:t>
            </a:r>
          </a:p>
        </p:txBody>
      </p:sp>
      <p:sp>
        <p:nvSpPr>
          <p:cNvPr id="93" name="remainder-encoder-text-line-2">
            <a:extLst xmlns:a="http://schemas.openxmlformats.org/drawingml/2006/main">
              <a:ext uri="{FF2B5EF4-FFF2-40B4-BE49-F238E27FC236}">
                <a16:creationId xmlns:a16="http://schemas.microsoft.com/office/drawing/2014/main" id="{FEEB9973-84C8-4543-B5F2-0246E5A2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800" y="963360"/>
            <a:ext cx="717120" cy="125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encode</a:t>
            </a:r>
          </a:p>
        </p:txBody>
      </p:sp>
      <p:sp>
        <p:nvSpPr>
          <p:cNvPr id="94" name="quotient-label">
            <a:extLst xmlns:a="http://schemas.openxmlformats.org/drawingml/2006/main">
              <a:ext uri="{FF2B5EF4-FFF2-40B4-BE49-F238E27FC236}">
                <a16:creationId xmlns:a16="http://schemas.microsoft.com/office/drawing/2014/main" id="{EA8EFD6B-C750-488D-9856-04B13A7E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8160" y="466560"/>
            <a:ext cx="259200" cy="11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95" name="remainder-label">
            <a:extLst xmlns:a="http://schemas.openxmlformats.org/drawingml/2006/main">
              <a:ext uri="{FF2B5EF4-FFF2-40B4-BE49-F238E27FC236}">
                <a16:creationId xmlns:a16="http://schemas.microsoft.com/office/drawing/2014/main" id="{8CE22397-1A96-4213-919B-31A3F24D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8160" y="829440"/>
            <a:ext cx="259200" cy="11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96" name="file-title">
            <a:extLst xmlns:a="http://schemas.openxmlformats.org/drawingml/2006/main">
              <a:ext uri="{FF2B5EF4-FFF2-40B4-BE49-F238E27FC236}">
                <a16:creationId xmlns:a16="http://schemas.microsoft.com/office/drawing/2014/main" id="{53104C1F-AB1C-4669-82B9-CDB2FF5B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082480" y="1090800"/>
            <a:ext cx="129600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4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4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Bitstream</a:t>
            </a:r>
          </a:p>
        </p:txBody>
      </p:sp>
      <p:sp>
        <p:nvSpPr>
          <p:cNvPr id="97" name="storage-title">
            <a:extLst xmlns:a="http://schemas.openxmlformats.org/drawingml/2006/main">
              <a:ext uri="{FF2B5EF4-FFF2-40B4-BE49-F238E27FC236}">
                <a16:creationId xmlns:a16="http://schemas.microsoft.com/office/drawing/2014/main" id="{772DEFD3-76C4-40D9-A21C-7CD32246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613840" y="1090800"/>
            <a:ext cx="129600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4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4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Storage</a:t>
            </a:r>
          </a:p>
        </p:txBody>
      </p:sp>
      <p:sp>
        <p:nvSpPr>
          <p:cNvPr id="98" name="recombine-title">
            <a:extLst xmlns:a="http://schemas.openxmlformats.org/drawingml/2006/main">
              <a:ext uri="{FF2B5EF4-FFF2-40B4-BE49-F238E27FC236}">
                <a16:creationId xmlns:a16="http://schemas.microsoft.com/office/drawing/2014/main" id="{5D7C7D46-56D8-4210-8A40-28B4B2FE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1760" y="1524960"/>
            <a:ext cx="54432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Merge</a:t>
            </a:r>
          </a:p>
        </p:txBody>
      </p:sp>
      <p:sp>
        <p:nvSpPr>
          <p:cNvPr id="99" name="quotient-decoder-text-line-1">
            <a:extLst xmlns:a="http://schemas.openxmlformats.org/drawingml/2006/main">
              <a:ext uri="{FF2B5EF4-FFF2-40B4-BE49-F238E27FC236}">
                <a16:creationId xmlns:a16="http://schemas.microsoft.com/office/drawing/2014/main" id="{48613F2C-913B-415E-8052-A0D4BDD8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800" y="1308442"/>
            <a:ext cx="717120" cy="125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LZMA</a:t>
            </a:r>
          </a:p>
        </p:txBody>
      </p:sp>
      <p:sp>
        <p:nvSpPr>
          <p:cNvPr id="100" name="quotient-decoder-text-line-2">
            <a:extLst xmlns:a="http://schemas.openxmlformats.org/drawingml/2006/main">
              <a:ext uri="{FF2B5EF4-FFF2-40B4-BE49-F238E27FC236}">
                <a16:creationId xmlns:a16="http://schemas.microsoft.com/office/drawing/2014/main" id="{CB261182-4C68-496E-84BC-DA776617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800" y="1434240"/>
            <a:ext cx="717120" cy="125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decode</a:t>
            </a:r>
          </a:p>
        </p:txBody>
      </p:sp>
      <p:sp>
        <p:nvSpPr>
          <p:cNvPr id="101" name="remainder-decoder-text-line-1">
            <a:extLst xmlns:a="http://schemas.openxmlformats.org/drawingml/2006/main">
              <a:ext uri="{FF2B5EF4-FFF2-40B4-BE49-F238E27FC236}">
                <a16:creationId xmlns:a16="http://schemas.microsoft.com/office/drawing/2014/main" id="{E5C49377-19CB-44A9-BD3D-AEA2F435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800" y="1662682"/>
            <a:ext cx="717120" cy="125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LZMA</a:t>
            </a:r>
          </a:p>
        </p:txBody>
      </p:sp>
      <p:sp>
        <p:nvSpPr>
          <p:cNvPr id="102" name="remainder-decoder-text-line-2">
            <a:extLst xmlns:a="http://schemas.openxmlformats.org/drawingml/2006/main">
              <a:ext uri="{FF2B5EF4-FFF2-40B4-BE49-F238E27FC236}">
                <a16:creationId xmlns:a16="http://schemas.microsoft.com/office/drawing/2014/main" id="{067C1373-C57A-48B8-B130-7F1F14B9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800" y="1788480"/>
            <a:ext cx="717120" cy="125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decode</a:t>
            </a:r>
          </a:p>
        </p:txBody>
      </p:sp>
      <p:sp>
        <p:nvSpPr>
          <p:cNvPr id="103" name="decoded-quotient-label">
            <a:extLst xmlns:a="http://schemas.openxmlformats.org/drawingml/2006/main">
              <a:ext uri="{FF2B5EF4-FFF2-40B4-BE49-F238E27FC236}">
                <a16:creationId xmlns:a16="http://schemas.microsoft.com/office/drawing/2014/main" id="{5DE235B8-9382-4C2A-9B09-547FDC71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8160" y="1296000"/>
            <a:ext cx="259200" cy="11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04" name="decoded-remainder-label">
            <a:extLst xmlns:a="http://schemas.openxmlformats.org/drawingml/2006/main">
              <a:ext uri="{FF2B5EF4-FFF2-40B4-BE49-F238E27FC236}">
                <a16:creationId xmlns:a16="http://schemas.microsoft.com/office/drawing/2014/main" id="{1DFF3C9B-0A69-435D-A2EB-2DD797CD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8160" y="1650240"/>
            <a:ext cx="259200" cy="11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05" name="prefix-title">
            <a:extLst xmlns:a="http://schemas.openxmlformats.org/drawingml/2006/main">
              <a:ext uri="{FF2B5EF4-FFF2-40B4-BE49-F238E27FC236}">
                <a16:creationId xmlns:a16="http://schemas.microsoft.com/office/drawing/2014/main" id="{9D5D72E6-F38A-434B-8DB1-0AD560CA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680" y="1594080"/>
            <a:ext cx="72576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Prefix tables</a:t>
            </a:r>
          </a:p>
        </p:txBody>
      </p:sp>
      <p:sp>
        <p:nvSpPr>
          <p:cNvPr id="106" name="query-title-line-1">
            <a:extLst xmlns:a="http://schemas.openxmlformats.org/drawingml/2006/main">
              <a:ext uri="{FF2B5EF4-FFF2-40B4-BE49-F238E27FC236}">
                <a16:creationId xmlns:a16="http://schemas.microsoft.com/office/drawing/2014/main" id="{A50CAC0B-8532-4116-B00E-FEF2D4BE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360" y="1545696"/>
            <a:ext cx="708480" cy="134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Four-corner</a:t>
            </a:r>
          </a:p>
        </p:txBody>
      </p:sp>
      <p:sp>
        <p:nvSpPr>
          <p:cNvPr id="107" name="query-title-line-2">
            <a:extLst xmlns:a="http://schemas.openxmlformats.org/drawingml/2006/main">
              <a:ext uri="{FF2B5EF4-FFF2-40B4-BE49-F238E27FC236}">
                <a16:creationId xmlns:a16="http://schemas.microsoft.com/office/drawing/2014/main" id="{C1D682B6-1C1B-4278-8D4A-CAAA0CB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360" y="1680480"/>
            <a:ext cx="708480" cy="134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query</a:t>
            </a:r>
          </a:p>
        </p:txBody>
      </p:sp>
      <p:sp>
        <p:nvSpPr>
          <p:cNvPr id="108" name="regional-title">
            <a:extLst xmlns:a="http://schemas.openxmlformats.org/drawingml/2006/main">
              <a:ext uri="{FF2B5EF4-FFF2-40B4-BE49-F238E27FC236}">
                <a16:creationId xmlns:a16="http://schemas.microsoft.com/office/drawing/2014/main" id="{A6BF5E82-05A0-4CF1-BDAD-270FB0DD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160" y="1594080"/>
            <a:ext cx="62208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Sum / count</a:t>
            </a:r>
          </a:p>
        </p:txBody>
      </p:sp>
    </p:spTree>
    <p:extLst>
      <p:ext uri="{BB962C8B-B14F-4D97-AF65-F5344CB8AC3E}">
        <p14:creationId xmlns:p14="http://schemas.microsoft.com/office/powerpoint/2010/main" val="18332862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2026-10-02T06:33:23.9410000Z</dcterms:created>
  <dcterms:modified xsi:type="dcterms:W3CDTF">2026-10-02T06:33:23.9410000Z</dcterms:modified>
</coreProperties>
</file>